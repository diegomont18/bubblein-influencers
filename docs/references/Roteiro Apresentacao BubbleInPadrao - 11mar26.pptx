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f2f88bd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f2f88bd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f2f88bd1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f2f88bd1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f6fed6b0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f6fed6b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2f88bd1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2f88bd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2f88bd1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2f88bd1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6fed6b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6fed6b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2f88bd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f2f88bd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56725" y="998000"/>
            <a:ext cx="59769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BubbleIN</a:t>
            </a:r>
            <a:br>
              <a:rPr lang="en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Ganhe visibilidade e leads pelo LinkedIn com creators B2B</a:t>
            </a:r>
            <a:endParaRPr b="1" sz="2400">
              <a:solidFill>
                <a:srgbClr val="E8216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756725" y="998000"/>
            <a:ext cx="59769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Como aproveitar o Marketing de Influência sendo um negócio B2B e não ficar dependente de mídia paga e marketing tradicional?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619075" y="236225"/>
            <a:ext cx="695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Somos uma agência </a:t>
            </a: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de creators B2B do LinkedIn que conecta sua marca a profissionais com relevância, autoridade e visibilidade com o público do seu segmento.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1450" y="310350"/>
            <a:ext cx="6993300" cy="46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Benefícios de trabalhar com creators no linkedin</a:t>
            </a:r>
            <a:endParaRPr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SEO / AEIO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Conteúdo de creators indexado no Google e referenciado por IAs (ChatGPT, Perplexity, Gemini)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Awareness e Posicionamento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Alcance segmentado em decisores do ICP (C-level, heads, gerentes)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Confiança e Prova Social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Credibilidade transferida de vozes que a audiência já respeita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Geração de Demanda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Leads qualificados, demos e inbound com menor CAC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Engajamento Qualificado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Clicks, comentários e saves de quem realmente decide compra</a:t>
            </a:r>
            <a:endParaRPr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709025" y="397250"/>
            <a:ext cx="7542900" cy="4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nós da BubbleIn temos </a:t>
            </a: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estratégia</a:t>
            </a: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processo e agentes de IA para fazer…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 mapeamento dos influencers (Inteligencia de Casting)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Contato e Negociação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Estratégia e alinhamento de </a:t>
            </a: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Conteúdo seguindo melhores práticas para o Linkedin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Contrato e Pagamento com o influencer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Mensuração de resultados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1052850" y="471575"/>
            <a:ext cx="7152600" cy="4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Inteligência de Casting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Com o briefing da empresa, nossos agentes de IA buscam os perfis mais aderentes ao posicionamento e publico da marca.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1052850" y="471575"/>
            <a:ext cx="7152600" cy="4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Modelos de contratação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Campanha pontual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○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ideal para </a:t>
            </a: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lançamentos</a:t>
            </a: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pontuais e para validar creators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Programa contínuo com embaixadores da marca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○"/>
            </a:pPr>
            <a:r>
              <a:rPr lang="en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para resultados mais consistentes e de medio prazo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1052850" y="471575"/>
            <a:ext cx="71526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Vamos gerar negócios para sua empresa pelo Linkedin?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Eva Campos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eva.campos@vecsy.co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11-94123-8555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